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ela Gothic One" panose="020B0604020202020204" charset="-128"/>
      <p:regular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50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3249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53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118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465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2534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296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0147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789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081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7232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261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51618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8402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537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072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8653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212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475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5333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677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268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0244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075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34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7396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3794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40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68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69" r:id="rId20"/>
    <p:sldLayoutId id="2147483870" r:id="rId21"/>
    <p:sldLayoutId id="2147483871" r:id="rId22"/>
    <p:sldLayoutId id="2147483872" r:id="rId23"/>
    <p:sldLayoutId id="2147483873" r:id="rId24"/>
    <p:sldLayoutId id="2147483874" r:id="rId25"/>
    <p:sldLayoutId id="2147483875" r:id="rId26"/>
    <p:sldLayoutId id="2147483876" r:id="rId27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://www.tickets.lk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ciaoeventi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820829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5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Ciaoeventi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244709" y="3520083"/>
            <a:ext cx="7627382" cy="99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Web-Based Event Management System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911334" y="7432596"/>
            <a:ext cx="76273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 Institute of Business Management (NIBM).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29420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Introduction to Ciaoeventi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3560802"/>
            <a:ext cx="76273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modern society, many people, especially university students and working professionals,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feel stressed or bored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seek social activities. Event organizers often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struggle to promote events efficiently across various social media platforms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making it hard for users to find local events</a:t>
            </a: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58309" y="5634275"/>
            <a:ext cx="76273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Ciaoeventi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an event management system designed to solve this problem by providing a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platform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users can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easily find events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organizers can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them effectively. It connects people looking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relaxation and connection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events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happening near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644497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Ciaoeventi?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3552349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Ciaoeventi was created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simplify event discovery for users and event promotion for organizers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Many individuals desire to attend social events but lack a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platform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find local happenings.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8309" y="5742146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system bridges the gap by bringing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 and users together in one convenient online space,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addressing the real-world problem of fragmented event information and inefficient promotion.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02819"/>
            <a:ext cx="7165896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Technologies Used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2605445"/>
            <a:ext cx="4244816" cy="1759982"/>
          </a:xfrm>
          <a:prstGeom prst="roundRect">
            <a:avLst>
              <a:gd name="adj" fmla="val 623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5449" y="2605445"/>
            <a:ext cx="91440" cy="1759982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9297" y="281785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HTML &amp; CSS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39297" y="3243263"/>
            <a:ext cx="3751421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Structures content and styles the website, ensuring responsiveness and visual appeal</a:t>
            </a: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192673" y="2605445"/>
            <a:ext cx="4244935" cy="1759982"/>
          </a:xfrm>
          <a:prstGeom prst="roundRect">
            <a:avLst>
              <a:gd name="adj" fmla="val 623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69813" y="2605445"/>
            <a:ext cx="91440" cy="1759982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73660" y="281785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JavaScript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73660" y="3243263"/>
            <a:ext cx="3751540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Adds interactivity, including form validation, search/filter functionality, and dynamic content.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627156" y="2605445"/>
            <a:ext cx="4244816" cy="1759982"/>
          </a:xfrm>
          <a:prstGeom prst="roundRect">
            <a:avLst>
              <a:gd name="adj" fmla="val 6235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4296" y="2605445"/>
            <a:ext cx="91440" cy="1759982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8143" y="281785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PHP &amp; MySQL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08143" y="3243263"/>
            <a:ext cx="3751421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server-side logic for user management and CRUD operations for events, storing all essential data.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58309" y="4554974"/>
            <a:ext cx="4244816" cy="2071688"/>
          </a:xfrm>
          <a:prstGeom prst="roundRect">
            <a:avLst>
              <a:gd name="adj" fmla="val 5297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5449" y="4554974"/>
            <a:ext cx="91440" cy="2071688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9297" y="476738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39297" y="5192792"/>
            <a:ext cx="3751421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Enables real-time updates, such as 'like' counts, without page reloads.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92673" y="4554974"/>
            <a:ext cx="4244935" cy="2071688"/>
          </a:xfrm>
          <a:prstGeom prst="roundRect">
            <a:avLst>
              <a:gd name="adj" fmla="val 5297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69813" y="4554974"/>
            <a:ext cx="91440" cy="2071688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73660" y="4767382"/>
            <a:ext cx="3751540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InfinityFree &amp; Namecheap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27941" y="5390793"/>
            <a:ext cx="3751540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online hosting for the website and manages the domain name, making Ciaoeventi accessible.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853" y="3245882"/>
            <a:ext cx="3183493" cy="17377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1753791"/>
            <a:ext cx="7892177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Website Features &amp; Design</a:t>
            </a:r>
            <a:endParaRPr lang="en-US" sz="3900" dirty="0"/>
          </a:p>
        </p:txBody>
      </p:sp>
      <p:sp>
        <p:nvSpPr>
          <p:cNvPr id="5" name="Text 1"/>
          <p:cNvSpPr/>
          <p:nvPr/>
        </p:nvSpPr>
        <p:spPr>
          <a:xfrm>
            <a:off x="758309" y="2851190"/>
            <a:ext cx="3429595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Navigation &amp; Pages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758309" y="3414832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 Page: Quick links to explore or create events.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58309" y="4087654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 Page: Search, filter, like events, and access ticket links.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8309" y="4760476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Event Page: Registered users add new events with full details.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58309" y="5433298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Page: Displays user info and created/liked events.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58309" y="6106120"/>
            <a:ext cx="44968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Logout Option: Securely ends user session.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725239" y="2851190"/>
            <a:ext cx="3742492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Interactive Features</a:t>
            </a:r>
            <a:endParaRPr lang="en-US" sz="2350" dirty="0"/>
          </a:p>
        </p:txBody>
      </p:sp>
      <p:sp>
        <p:nvSpPr>
          <p:cNvPr id="12" name="Text 8"/>
          <p:cNvSpPr/>
          <p:nvPr/>
        </p:nvSpPr>
        <p:spPr>
          <a:xfrm>
            <a:off x="5725239" y="3414832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 Button: Users can express interest in events.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725239" y="4087654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&amp; Filter: JavaScript-powered event filtering by category or location.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25239" y="4760476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 Validation: JavaScript ensures valid registration and login inputs.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725239" y="5433298"/>
            <a:ext cx="44968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Design: Uses Flexbox and Grid for optimal viewing on all devices.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697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132540"/>
            <a:ext cx="6092309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Scope of the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5040392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Ciaoeventi allows users to browse, search, and "like" events in their area. Registered users can create, edit, and delete their own events. The system does not include a separate admin panel or direct ticket sales; ticket purchases redirect to an external website (</a:t>
            </a:r>
            <a:r>
              <a:rPr lang="en-US" sz="2000" u="sng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www.tickets.lk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8309" y="6317337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website is fully responsive, ensuring a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experience across desktops, tablets, and mobile devices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focused scope ensures </a:t>
            </a:r>
            <a:r>
              <a:rPr lang="en-US" sz="20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 event discovery and promotion </a:t>
            </a: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overcomplicating the platform.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70823"/>
            <a:ext cx="7409855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Functional Requirements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1873448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1888" y="1899642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374338" y="1938576"/>
            <a:ext cx="271784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User Management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4338" y="2363986"/>
            <a:ext cx="1249775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registration and login, along with profile management.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58309" y="3046333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1888" y="3072527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374338" y="3111460"/>
            <a:ext cx="284678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 Management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74338" y="3536871"/>
            <a:ext cx="1249775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Registered users can create, edit, and delete their own events with ease.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58309" y="4219218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888" y="4245412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1374338" y="4284345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 Discovery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4338" y="4709755"/>
            <a:ext cx="1249775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 browsing with search and filter capabilities by category or location.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8309" y="5392103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1888" y="5418296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1374338" y="5457230"/>
            <a:ext cx="311848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Interactive Features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4338" y="5882640"/>
            <a:ext cx="1249775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"Like" events functionality and redirection to external ticket purchase pages.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309" y="6564987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1888" y="6591181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2350" dirty="0"/>
          </a:p>
        </p:txBody>
      </p:sp>
      <p:sp>
        <p:nvSpPr>
          <p:cNvPr id="21" name="Text 19"/>
          <p:cNvSpPr/>
          <p:nvPr/>
        </p:nvSpPr>
        <p:spPr>
          <a:xfrm>
            <a:off x="1374338" y="663011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Validation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4338" y="7055525"/>
            <a:ext cx="1249775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 validation for registration, login, and event creation forms to ensure data integrity.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34214"/>
            <a:ext cx="8826579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Non-Functional Requirements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2336840"/>
            <a:ext cx="4244816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5477" y="2534007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806" y="2690336"/>
            <a:ext cx="255865" cy="255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477" y="3292197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Responsiveness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55477" y="3717608"/>
            <a:ext cx="3850481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seamlessly on desktops, tablets, and mobile devices.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92673" y="2336840"/>
            <a:ext cx="4244935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389840" y="2534007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6169" y="2690336"/>
            <a:ext cx="255865" cy="2558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89840" y="3292197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Security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389840" y="3717608"/>
            <a:ext cx="3850600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Passwords are hashed before storing in the database for protection.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27156" y="2336840"/>
            <a:ext cx="4244816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24323" y="2534007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0652" y="2690336"/>
            <a:ext cx="255865" cy="2558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4323" y="3292197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Usability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24323" y="3717608"/>
            <a:ext cx="3850481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and clear navigation and layout for an intuitive experience.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58309" y="4710827"/>
            <a:ext cx="6461998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55477" y="4907994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1806" y="5064323"/>
            <a:ext cx="255865" cy="2558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5477" y="566618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Performance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55477" y="6091595"/>
            <a:ext cx="606766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 load quickly, even with multiple events, ensuring a smooth user experience.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7409855" y="4710827"/>
            <a:ext cx="6462117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07022" y="4907994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63351" y="5064323"/>
            <a:ext cx="255865" cy="2558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07022" y="566618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Maintainability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7607022" y="6091595"/>
            <a:ext cx="6067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code structure with separate folders for CSS, JS, PHP, and includes.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14005"/>
            <a:ext cx="7408783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Challenges and Solutions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3516630"/>
            <a:ext cx="13113782" cy="2198846"/>
          </a:xfrm>
          <a:prstGeom prst="roundRect">
            <a:avLst>
              <a:gd name="adj" fmla="val 362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5929" y="3524250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5477" y="3645575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Handling Likes without page reload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08558" y="3645575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API to update dynamically.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5929" y="4070152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5477" y="4191476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dedicated admin panel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08558" y="4191476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manage their own events.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5929" y="4616053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5477" y="4737378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design for all screens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08558" y="4737378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Implemented CSS Flexbox and Grid with media queries.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5929" y="5161955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5477" y="5283279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 validation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08558" y="5283279"/>
            <a:ext cx="6166366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JavaScript to check required fields before submission.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91734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Future Enhancements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3023116"/>
            <a:ext cx="76273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Ciaoeventi is a fully functional, interactive, and responsive website that effectively solves the real-world problem of finding local events and helping organizers reach their audience. It leverages HTML, CSS, JavaScript, PHP, and MySQL for robust frontend and backend operations.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520446"/>
            <a:ext cx="4000976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Enhancements: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244709" y="5178862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Adding a dedicated admin panel to manage all events and users.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44709" y="5548432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Integrating payment processing for direct ticket sales on the site.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44709" y="5918002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Enhancing the UI with animations and real-time notifications.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44709" y="6434495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Website Link: </a:t>
            </a:r>
            <a:r>
              <a:rPr lang="en-US" sz="1450" u="sng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https://ciaoeventi.com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1C80-0CD1-0CC4-C447-C7B75FBF4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20" y="1964696"/>
            <a:ext cx="8221980" cy="2190115"/>
          </a:xfrm>
        </p:spPr>
        <p:txBody>
          <a:bodyPr>
            <a:normAutofit/>
          </a:bodyPr>
          <a:lstStyle/>
          <a:p>
            <a:r>
              <a:rPr lang="en-US" sz="9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1590609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780</Words>
  <Application>Microsoft Office PowerPoint</Application>
  <PresentationFormat>Custom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Dela Gothic One</vt:lpstr>
      <vt:lpstr>Century Gothic</vt:lpstr>
      <vt:lpstr>DM Sans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PIYARATHNA G R O D</cp:lastModifiedBy>
  <cp:revision>2</cp:revision>
  <dcterms:created xsi:type="dcterms:W3CDTF">2026-01-17T05:53:19Z</dcterms:created>
  <dcterms:modified xsi:type="dcterms:W3CDTF">2026-01-17T06:10:35Z</dcterms:modified>
</cp:coreProperties>
</file>